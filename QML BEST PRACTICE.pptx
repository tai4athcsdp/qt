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60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4AE5E-FEBB-4991-984A-DDD12006544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41E0F-CE74-4FB9-A157-A5D0F0AAB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26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41E0F-CE74-4FB9-A157-A5D0F0AABB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58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41E0F-CE74-4FB9-A157-A5D0F0AABB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81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795C-C54D-4C3F-8053-B0C2A9C2113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517C-B0C5-41AB-9598-0D1AE9C7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54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795C-C54D-4C3F-8053-B0C2A9C2113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517C-B0C5-41AB-9598-0D1AE9C7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3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795C-C54D-4C3F-8053-B0C2A9C2113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517C-B0C5-41AB-9598-0D1AE9C7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7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795C-C54D-4C3F-8053-B0C2A9C2113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517C-B0C5-41AB-9598-0D1AE9C7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92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795C-C54D-4C3F-8053-B0C2A9C2113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517C-B0C5-41AB-9598-0D1AE9C7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16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795C-C54D-4C3F-8053-B0C2A9C2113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517C-B0C5-41AB-9598-0D1AE9C7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54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795C-C54D-4C3F-8053-B0C2A9C2113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517C-B0C5-41AB-9598-0D1AE9C7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84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795C-C54D-4C3F-8053-B0C2A9C2113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517C-B0C5-41AB-9598-0D1AE9C7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6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795C-C54D-4C3F-8053-B0C2A9C2113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517C-B0C5-41AB-9598-0D1AE9C7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6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795C-C54D-4C3F-8053-B0C2A9C2113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517C-B0C5-41AB-9598-0D1AE9C7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14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795C-C54D-4C3F-8053-B0C2A9C2113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517C-B0C5-41AB-9598-0D1AE9C7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42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E795C-C54D-4C3F-8053-B0C2A9C21135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E517C-B0C5-41AB-9598-0D1AE9C7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QML BEST PRACTICE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3581400"/>
            <a:ext cx="6400800" cy="1752600"/>
          </a:xfrm>
        </p:spPr>
        <p:txBody>
          <a:bodyPr/>
          <a:lstStyle/>
          <a:p>
            <a:r>
              <a:rPr lang="en-US" dirty="0" err="1" smtClean="0"/>
              <a:t>Hoàng</a:t>
            </a:r>
            <a:r>
              <a:rPr lang="en-US" dirty="0" smtClean="0"/>
              <a:t> </a:t>
            </a:r>
            <a:r>
              <a:rPr lang="en-US" dirty="0" err="1" smtClean="0"/>
              <a:t>Hữu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9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1.Type </a:t>
            </a:r>
            <a:r>
              <a:rPr lang="en-US" dirty="0" err="1" smtClean="0"/>
              <a:t>của</a:t>
            </a:r>
            <a:r>
              <a:rPr lang="en-US" dirty="0" smtClean="0"/>
              <a:t> property </a:t>
            </a:r>
            <a:r>
              <a:rPr lang="en-US" dirty="0" err="1" smtClean="0"/>
              <a:t>rõ</a:t>
            </a:r>
            <a:r>
              <a:rPr lang="en-US" dirty="0" smtClean="0"/>
              <a:t> </a:t>
            </a:r>
            <a:r>
              <a:rPr lang="en-US" dirty="0" err="1" smtClean="0"/>
              <a:t>ràng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900" dirty="0" smtClean="0"/>
              <a:t>property  </a:t>
            </a:r>
            <a:r>
              <a:rPr lang="en-US" sz="1900" dirty="0" err="1" smtClean="0">
                <a:solidFill>
                  <a:srgbClr val="FF0000"/>
                </a:solidFill>
              </a:rPr>
              <a:t>var</a:t>
            </a:r>
            <a:r>
              <a:rPr lang="en-US" sz="1900" dirty="0" smtClean="0"/>
              <a:t>  name</a:t>
            </a:r>
          </a:p>
          <a:p>
            <a:r>
              <a:rPr lang="en-US" sz="1900" dirty="0" smtClean="0"/>
              <a:t>property  </a:t>
            </a:r>
            <a:r>
              <a:rPr lang="en-US" sz="1900" dirty="0" err="1" smtClean="0">
                <a:solidFill>
                  <a:srgbClr val="FF0000"/>
                </a:solidFill>
              </a:rPr>
              <a:t>var</a:t>
            </a:r>
            <a:r>
              <a:rPr lang="en-US" sz="1900" dirty="0" smtClean="0"/>
              <a:t>  size</a:t>
            </a:r>
          </a:p>
          <a:p>
            <a:r>
              <a:rPr lang="en-US" sz="1900" dirty="0" smtClean="0"/>
              <a:t>property  </a:t>
            </a:r>
            <a:r>
              <a:rPr lang="en-US" sz="1900" dirty="0" err="1" smtClean="0">
                <a:solidFill>
                  <a:srgbClr val="FF0000"/>
                </a:solidFill>
              </a:rPr>
              <a:t>var</a:t>
            </a:r>
            <a:r>
              <a:rPr lang="en-US" sz="1900" dirty="0" smtClean="0">
                <a:solidFill>
                  <a:srgbClr val="FF0000"/>
                </a:solidFill>
              </a:rPr>
              <a:t> </a:t>
            </a:r>
            <a:r>
              <a:rPr lang="en-US" sz="1900" dirty="0" err="1" smtClean="0"/>
              <a:t>optionsMenu</a:t>
            </a:r>
            <a:endParaRPr lang="en-US" sz="1900" dirty="0" smtClean="0"/>
          </a:p>
          <a:p>
            <a:r>
              <a:rPr lang="en-US" sz="1900" dirty="0"/>
              <a:t>p</a:t>
            </a:r>
            <a:r>
              <a:rPr lang="en-US" sz="1900" dirty="0" smtClean="0"/>
              <a:t>roperty </a:t>
            </a:r>
            <a:r>
              <a:rPr lang="en-US" sz="1900" dirty="0" err="1" smtClean="0">
                <a:solidFill>
                  <a:srgbClr val="FF0000"/>
                </a:solidFill>
              </a:rPr>
              <a:t>var</a:t>
            </a:r>
            <a:r>
              <a:rPr lang="en-US" sz="1900" dirty="0" smtClean="0">
                <a:solidFill>
                  <a:srgbClr val="FF0000"/>
                </a:solidFill>
              </a:rPr>
              <a:t> </a:t>
            </a:r>
            <a:r>
              <a:rPr lang="en-US" sz="1900" dirty="0" err="1" smtClean="0"/>
              <a:t>textColor</a:t>
            </a:r>
            <a:endParaRPr lang="en-US" sz="1900" dirty="0" smtClean="0"/>
          </a:p>
          <a:p>
            <a:r>
              <a:rPr lang="en-US" sz="1900" dirty="0" smtClean="0"/>
              <a:t>property string </a:t>
            </a:r>
            <a:r>
              <a:rPr lang="en-US" sz="1900" dirty="0" err="1" smtClean="0"/>
              <a:t>iconSource</a:t>
            </a:r>
            <a:r>
              <a:rPr lang="en-US" sz="1900" dirty="0" smtClean="0"/>
              <a:t>: “image/</a:t>
            </a:r>
            <a:r>
              <a:rPr lang="en-US" sz="1900" dirty="0" err="1" smtClean="0"/>
              <a:t>icon.svg</a:t>
            </a:r>
            <a:r>
              <a:rPr lang="en-US" sz="1900" dirty="0" smtClean="0"/>
              <a:t>”</a:t>
            </a:r>
            <a:endParaRPr lang="en-US" sz="19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 err="1" smtClean="0"/>
              <a:t>Nên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6022975" cy="395128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property </a:t>
            </a:r>
            <a:r>
              <a:rPr lang="en-US" sz="2000" dirty="0" smtClean="0">
                <a:solidFill>
                  <a:srgbClr val="FF0000"/>
                </a:solidFill>
              </a:rPr>
              <a:t>string</a:t>
            </a:r>
            <a:r>
              <a:rPr lang="en-US" sz="2000" dirty="0" smtClean="0"/>
              <a:t> name</a:t>
            </a:r>
          </a:p>
          <a:p>
            <a:r>
              <a:rPr lang="en-US" sz="2000" dirty="0" smtClean="0"/>
              <a:t>property </a:t>
            </a:r>
            <a:r>
              <a:rPr lang="en-US" sz="2000" dirty="0" err="1" smtClean="0">
                <a:solidFill>
                  <a:srgbClr val="FF0000"/>
                </a:solidFill>
              </a:rPr>
              <a:t>int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smtClean="0"/>
              <a:t>size</a:t>
            </a:r>
          </a:p>
          <a:p>
            <a:r>
              <a:rPr lang="en-US" sz="2000" dirty="0" smtClean="0"/>
              <a:t>property </a:t>
            </a:r>
            <a:r>
              <a:rPr lang="en-US" sz="2000" dirty="0" err="1" smtClean="0">
                <a:solidFill>
                  <a:srgbClr val="FF0000"/>
                </a:solidFill>
              </a:rPr>
              <a:t>MyMenu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/>
              <a:t>optionsMenu</a:t>
            </a:r>
            <a:endParaRPr lang="en-US" sz="2000" dirty="0" smtClean="0"/>
          </a:p>
          <a:p>
            <a:r>
              <a:rPr lang="en-US" sz="2000" dirty="0" smtClean="0"/>
              <a:t>Property </a:t>
            </a:r>
            <a:r>
              <a:rPr lang="en-US" sz="2000" dirty="0" smtClean="0">
                <a:solidFill>
                  <a:srgbClr val="FF0000"/>
                </a:solidFill>
              </a:rPr>
              <a:t>color</a:t>
            </a:r>
            <a:r>
              <a:rPr lang="en-US" sz="2000" dirty="0" smtClean="0"/>
              <a:t> </a:t>
            </a:r>
            <a:r>
              <a:rPr lang="en-US" sz="2000" dirty="0" err="1" smtClean="0"/>
              <a:t>textColor</a:t>
            </a:r>
            <a:r>
              <a:rPr lang="en-US" sz="2000" dirty="0" smtClean="0"/>
              <a:t>: </a:t>
            </a:r>
            <a:r>
              <a:rPr lang="en-US" sz="1900" dirty="0" err="1" smtClean="0"/>
              <a:t>Qt.color</a:t>
            </a:r>
            <a:r>
              <a:rPr lang="en-US" sz="2000" dirty="0" smtClean="0"/>
              <a:t>(“red”)</a:t>
            </a:r>
          </a:p>
          <a:p>
            <a:r>
              <a:rPr lang="en-US" sz="2000" dirty="0" smtClean="0"/>
              <a:t>Property </a:t>
            </a:r>
            <a:r>
              <a:rPr lang="en-US" sz="2000" dirty="0" err="1" smtClean="0">
                <a:solidFill>
                  <a:srgbClr val="FF0000"/>
                </a:solidFill>
              </a:rPr>
              <a:t>url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/>
              <a:t>iconSource</a:t>
            </a:r>
            <a:r>
              <a:rPr lang="en-US" sz="2000" dirty="0" smtClean="0"/>
              <a:t>: </a:t>
            </a:r>
            <a:r>
              <a:rPr lang="en-US" sz="2000" dirty="0" err="1" smtClean="0"/>
              <a:t>Qt.resolved</a:t>
            </a:r>
            <a:r>
              <a:rPr lang="en-US" sz="2000" dirty="0" smtClean="0"/>
              <a:t>(“image/</a:t>
            </a:r>
            <a:r>
              <a:rPr lang="en-US" sz="2000" dirty="0" err="1" smtClean="0"/>
              <a:t>icon.svg</a:t>
            </a:r>
            <a:r>
              <a:rPr lang="en-US" sz="2000" dirty="0" smtClean="0"/>
              <a:t>”)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397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Tránh</a:t>
            </a:r>
            <a:r>
              <a:rPr lang="en-US" dirty="0" smtClean="0"/>
              <a:t> duck typing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 err="1" smtClean="0"/>
              <a:t>Nên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38400"/>
            <a:ext cx="4001059" cy="1438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438400"/>
            <a:ext cx="3686690" cy="14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3544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tiên</a:t>
            </a:r>
            <a:r>
              <a:rPr lang="en-US" dirty="0" smtClean="0"/>
              <a:t> binding </a:t>
            </a:r>
            <a:r>
              <a:rPr lang="en-US" dirty="0" err="1" smtClean="0"/>
              <a:t>hơn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gán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 smtClean="0"/>
              <a:t>Nên</a:t>
            </a:r>
            <a:endParaRPr lang="en-US" dirty="0"/>
          </a:p>
        </p:txBody>
      </p:sp>
      <p:pic>
        <p:nvPicPr>
          <p:cNvPr id="3078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0"/>
            <a:ext cx="4267199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362200"/>
            <a:ext cx="4041775" cy="1688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470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80</Words>
  <Application>Microsoft Office PowerPoint</Application>
  <PresentationFormat>On-screen Show (4:3)</PresentationFormat>
  <Paragraphs>23</Paragraphs>
  <Slides>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QML BEST PRACTICE</vt:lpstr>
      <vt:lpstr>1.Type của property rõ ràng</vt:lpstr>
      <vt:lpstr>2. Tránh duck typing</vt:lpstr>
      <vt:lpstr>3. Ưu tiên binding hơn là phép gán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QML BEST PRACTICE</dc:title>
  <dc:creator>Tai Hoang Huu</dc:creator>
  <cp:lastModifiedBy>Tai Hoang Huu</cp:lastModifiedBy>
  <cp:revision>6</cp:revision>
  <dcterms:created xsi:type="dcterms:W3CDTF">2025-10-22T15:45:40Z</dcterms:created>
  <dcterms:modified xsi:type="dcterms:W3CDTF">2025-10-22T16:02:07Z</dcterms:modified>
</cp:coreProperties>
</file>